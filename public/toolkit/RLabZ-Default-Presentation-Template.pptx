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2C4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2C49"/>
                </a:solidFill>
                <a:latin typeface="Calibri"/>
              </a:rPr>
              <a:t>[Chart Title]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[Series name]</c:v>
                </c:pt>
              </c:strCache>
            </c:strRef>
          </c:tx>
          <c:spPr>
            <a:solidFill>
              <a:srgbClr val="27A3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2C4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[Cat A]</c:v>
                  </c:pt>
                  <c:pt idx="1">
                    <c:v>[Cat B]</c:v>
                  </c:pt>
                  <c:pt idx="2">
                    <c:v>[Cat C]</c:v>
                  </c:pt>
                  <c:pt idx="3">
                    <c:v>[Cat D]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45</c:v>
                </c:pt>
                <c:pt idx="2">
                  <c:v>60</c:v>
                </c:pt>
                <c:pt idx="3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2C4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on_mark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711135" y="2444583"/>
            <a:ext cx="5669280" cy="5693577"/>
          </a:xfrm>
          <a:prstGeom prst="rect">
            <a:avLst/>
          </a:prstGeom>
        </p:spPr>
      </p:pic>
      <p:pic>
        <p:nvPicPr>
          <p:cNvPr id="3" name="Image 1" descr="assets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94360"/>
            <a:ext cx="2743200" cy="832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274320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[Presentation Title]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731520" y="37033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[Subtitle, client name, or one-line description]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731520" y="4526280"/>
            <a:ext cx="1005840" cy="0"/>
          </a:xfrm>
          <a:prstGeom prst="line">
            <a:avLst/>
          </a:prstGeom>
          <a:noFill/>
          <a:ln w="38100">
            <a:solidFill>
              <a:srgbClr val="27A3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   ·   [Date]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737360" cy="5272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34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00200" y="21488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[Agenda item one]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852928"/>
            <a:ext cx="10607040" cy="0"/>
          </a:xfrm>
          <a:prstGeom prst="line">
            <a:avLst/>
          </a:prstGeom>
          <a:noFill/>
          <a:ln w="12700">
            <a:solidFill>
              <a:srgbClr val="E3E9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A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00200" y="2926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[Agenda item two]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0607040" cy="0"/>
          </a:xfrm>
          <a:prstGeom prst="line">
            <a:avLst/>
          </a:prstGeom>
          <a:noFill/>
          <a:ln w="12700">
            <a:solidFill>
              <a:srgbClr val="E3E9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703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4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600200" y="37033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[Agenda item three]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4407408"/>
            <a:ext cx="10607040" cy="0"/>
          </a:xfrm>
          <a:prstGeom prst="line">
            <a:avLst/>
          </a:prstGeom>
          <a:noFill/>
          <a:ln w="12700">
            <a:solidFill>
              <a:srgbClr val="E3E9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480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00200" y="44805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[Agenda item four]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5184648"/>
            <a:ext cx="10607040" cy="0"/>
          </a:xfrm>
          <a:prstGeom prst="line">
            <a:avLst/>
          </a:prstGeom>
          <a:noFill/>
          <a:ln w="12700">
            <a:solidFill>
              <a:srgbClr val="E3E9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5257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A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600200" y="5257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[Agenda item five]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RLabZ  |  Design · Development · Training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on_mark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9174175" y="-548640"/>
            <a:ext cx="3840480" cy="38569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30175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Title]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short sentence framing what this section covers]</a:t>
            </a:r>
            <a:endParaRPr lang="en-US" sz="1400" dirty="0"/>
          </a:p>
        </p:txBody>
      </p:sp>
      <p:pic>
        <p:nvPicPr>
          <p:cNvPr id="6" name="Image 1" descr="assets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989320"/>
            <a:ext cx="2194560" cy="665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737360" cy="5272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34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[Slide Title]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219456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point one — lead with the outcome that matters most]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point two — support with a concrete detail or figure]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point three]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point four — close with the action or decision you're asking for]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126480" y="2194560"/>
            <a:ext cx="5577840" cy="3886200"/>
          </a:xfrm>
          <a:prstGeom prst="roundRect">
            <a:avLst>
              <a:gd name="adj" fmla="val 2353"/>
            </a:avLst>
          </a:prstGeom>
          <a:solidFill>
            <a:srgbClr val="002C49"/>
          </a:solidFill>
          <a:ln/>
        </p:spPr>
      </p:sp>
      <p:pic>
        <p:nvPicPr>
          <p:cNvPr id="6" name="Image 1" descr="assets/icon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2760965"/>
            <a:ext cx="2377440" cy="23876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0" y="5486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image, screenshot, or diagram here]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RLabZ  |  Design · Development · Training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737360" cy="5272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34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[Slide Title]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2148840"/>
            <a:ext cx="3429000" cy="4069080"/>
          </a:xfrm>
          <a:prstGeom prst="roundRect">
            <a:avLst>
              <a:gd name="adj" fmla="val 2667"/>
            </a:avLst>
          </a:prstGeom>
          <a:solidFill>
            <a:srgbClr val="EDF1F4"/>
          </a:solidFill>
          <a:ln/>
        </p:spPr>
      </p:sp>
      <p:sp>
        <p:nvSpPr>
          <p:cNvPr id="5" name="Shape 2"/>
          <p:cNvSpPr/>
          <p:nvPr/>
        </p:nvSpPr>
        <p:spPr>
          <a:xfrm>
            <a:off x="777240" y="2468880"/>
            <a:ext cx="777240" cy="777240"/>
          </a:xfrm>
          <a:prstGeom prst="ellipse">
            <a:avLst/>
          </a:prstGeom>
          <a:solidFill>
            <a:srgbClr val="27A3FF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34290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[Point One]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388620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4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[Short supporting description for this point.]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78808" y="2148840"/>
            <a:ext cx="3429000" cy="4069080"/>
          </a:xfrm>
          <a:prstGeom prst="roundRect">
            <a:avLst>
              <a:gd name="adj" fmla="val 2667"/>
            </a:avLst>
          </a:prstGeom>
          <a:solidFill>
            <a:srgbClr val="EDF1F4"/>
          </a:solidFill>
          <a:ln/>
        </p:spPr>
      </p:sp>
      <p:sp>
        <p:nvSpPr>
          <p:cNvPr id="10" name="Shape 7"/>
          <p:cNvSpPr/>
          <p:nvPr/>
        </p:nvSpPr>
        <p:spPr>
          <a:xfrm>
            <a:off x="4498848" y="2468880"/>
            <a:ext cx="777240" cy="777240"/>
          </a:xfrm>
          <a:prstGeom prst="ellipse">
            <a:avLst/>
          </a:prstGeom>
          <a:solidFill>
            <a:srgbClr val="002C49"/>
          </a:solidFill>
          <a:ln/>
        </p:spPr>
      </p:sp>
      <p:sp>
        <p:nvSpPr>
          <p:cNvPr id="11" name="Text 8"/>
          <p:cNvSpPr/>
          <p:nvPr/>
        </p:nvSpPr>
        <p:spPr>
          <a:xfrm>
            <a:off x="4498848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498848" y="34290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[Point Two]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498848" y="388620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4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[Short supporting description for this point.]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00416" y="2148840"/>
            <a:ext cx="3429000" cy="4069080"/>
          </a:xfrm>
          <a:prstGeom prst="roundRect">
            <a:avLst>
              <a:gd name="adj" fmla="val 2667"/>
            </a:avLst>
          </a:prstGeom>
          <a:solidFill>
            <a:srgbClr val="EDF1F4"/>
          </a:solidFill>
          <a:ln/>
        </p:spPr>
      </p:sp>
      <p:sp>
        <p:nvSpPr>
          <p:cNvPr id="15" name="Shape 12"/>
          <p:cNvSpPr/>
          <p:nvPr/>
        </p:nvSpPr>
        <p:spPr>
          <a:xfrm>
            <a:off x="8220456" y="2468880"/>
            <a:ext cx="777240" cy="777240"/>
          </a:xfrm>
          <a:prstGeom prst="ellipse">
            <a:avLst/>
          </a:prstGeom>
          <a:solidFill>
            <a:srgbClr val="43AE47"/>
          </a:solidFill>
          <a:ln/>
        </p:spPr>
      </p:sp>
      <p:sp>
        <p:nvSpPr>
          <p:cNvPr id="16" name="Text 13"/>
          <p:cNvSpPr/>
          <p:nvPr/>
        </p:nvSpPr>
        <p:spPr>
          <a:xfrm>
            <a:off x="8220456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220456" y="34290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[Point Three]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220456" y="388620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4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[Short supporting description for this point.]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RLabZ  |  Design · Development · Training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737360" cy="5272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34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[Slide Title]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2148840"/>
          <a:ext cx="65836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7406640" y="2148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4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[XX%]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7406640" y="2697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 label one]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406640" y="3520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3A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[XXX+]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7406640" y="4069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 label two]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406640" y="48920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[XX]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7406640" y="5440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 label three]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RLabZ  |  Design · Development · Training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737360" cy="5272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34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/ Feature Name]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783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[One-line description of the product, feature, or screen being shown]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2331720"/>
            <a:ext cx="11247120" cy="3886200"/>
          </a:xfrm>
          <a:prstGeom prst="roundRect">
            <a:avLst>
              <a:gd name="adj" fmla="val 2353"/>
            </a:avLst>
          </a:prstGeom>
          <a:solidFill>
            <a:srgbClr val="EDF1F4"/>
          </a:solidFill>
          <a:ln w="12700">
            <a:solidFill>
              <a:srgbClr val="D6DEE4"/>
            </a:solidFill>
            <a:prstDash val="solid"/>
          </a:ln>
        </p:spPr>
      </p:sp>
      <p:pic>
        <p:nvPicPr>
          <p:cNvPr id="6" name="Image 1" descr="assets/icon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035873"/>
            <a:ext cx="2103120" cy="2112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full-bleed product screenshot or mockup here]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RLabZ  |  Design · Development · Training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737360" cy="5272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34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[Slide Title]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47120" cy="3566160"/>
        </p:xfrm>
        <a:graphic>
          <a:graphicData uri="http://schemas.openxmlformats.org/drawingml/2006/table">
            <a:tbl>
              <a:tblPr/>
              <a:tblGrid>
                <a:gridCol w="3931920"/>
                <a:gridCol w="2441448"/>
                <a:gridCol w="2441448"/>
                <a:gridCol w="2432304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[Option A]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[Option B]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2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[Option C]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E4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[Criteria one]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2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E4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[Criteria two]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2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E4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[Criteria three]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2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E4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[Criteria four]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2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4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RLabZ  |  Design · Development · Training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on_mark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9814255" y="4466452"/>
            <a:ext cx="3291840" cy="33059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16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7A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4" name="Text 1"/>
          <p:cNvSpPr/>
          <p:nvPr/>
        </p:nvSpPr>
        <p:spPr>
          <a:xfrm>
            <a:off x="1463040" y="228600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[Insert a key quote, testimonial, or message to emphasize here.]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463040" y="4434840"/>
            <a:ext cx="548640" cy="0"/>
          </a:xfrm>
          <a:prstGeom prst="line">
            <a:avLst/>
          </a:prstGeom>
          <a:noFill/>
          <a:ln w="38100">
            <a:solidFill>
              <a:srgbClr val="43AE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6304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[Title, Company]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RLabZ  |  Design · Development · Training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737360" cy="5272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34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[Slide Title]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74420" y="2468880"/>
            <a:ext cx="1371600" cy="1371600"/>
          </a:xfrm>
          <a:prstGeom prst="ellipse">
            <a:avLst/>
          </a:prstGeom>
          <a:solidFill>
            <a:srgbClr val="EDF1F4"/>
          </a:solidFill>
          <a:ln w="25400">
            <a:solidFill>
              <a:srgbClr val="27A3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74420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One]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370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09060" y="2468880"/>
            <a:ext cx="1371600" cy="1371600"/>
          </a:xfrm>
          <a:prstGeom prst="ellipse">
            <a:avLst/>
          </a:prstGeom>
          <a:solidFill>
            <a:srgbClr val="EDF1F4"/>
          </a:solidFill>
          <a:ln w="25400">
            <a:solidFill>
              <a:srgbClr val="43AE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09060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3A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29184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Two]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91840" y="4370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43700" y="2468880"/>
            <a:ext cx="1371600" cy="1371600"/>
          </a:xfrm>
          <a:prstGeom prst="ellipse">
            <a:avLst/>
          </a:prstGeom>
          <a:solidFill>
            <a:srgbClr val="EDF1F4"/>
          </a:solidFill>
          <a:ln w="25400">
            <a:solidFill>
              <a:srgbClr val="F9440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43700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44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12648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Three]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26480" y="4370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578340" y="2468880"/>
            <a:ext cx="1371600" cy="1371600"/>
          </a:xfrm>
          <a:prstGeom prst="ellipse">
            <a:avLst/>
          </a:prstGeom>
          <a:solidFill>
            <a:srgbClr val="EDF1F4"/>
          </a:solidFill>
          <a:ln w="25400">
            <a:solidFill>
              <a:srgbClr val="002C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78340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96112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Four]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961120" y="4370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RLabZ  |  Design · Development · Training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on_mark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-1188720" y="2904526"/>
            <a:ext cx="5029200" cy="5050754"/>
          </a:xfrm>
          <a:prstGeom prst="rect">
            <a:avLst/>
          </a:prstGeom>
        </p:spPr>
      </p:pic>
      <p:pic>
        <p:nvPicPr>
          <p:cNvPr id="3" name="Image 1" descr="assets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8" y="2286000"/>
            <a:ext cx="2926080" cy="8879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34290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www.rlabz.in   ·   hello@rlabz.in   ·   +91 984 620 1188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2026-09-05T13:10:33Z</dcterms:created>
  <dcterms:modified xsi:type="dcterms:W3CDTF">2026-09-05T13:10:33Z</dcterms:modified>
</cp:coreProperties>
</file>